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90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42B6A-4162-45A8-A83A-1ABE39B94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40AEE4-03C6-4344-8ECE-C756246AE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E57BE5-4E84-46B2-8DF4-3C9FB6284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D629-89F1-4F4F-88E4-BB87881F4CE1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22BE12-86A9-4A94-ABEC-C3B3791E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FDA871-A53F-482B-9146-C81AC6AFE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020A-8AB2-4CD5-9F49-B48BDA753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54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E56AC-2197-48A9-B401-38432915A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445028-4EF2-4121-9563-A01C28ECE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C7978A-73F8-45BF-8BA6-62D0CD6B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D629-89F1-4F4F-88E4-BB87881F4CE1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22343B-92D6-4010-8FC3-A42324E2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07EF82-B966-488C-83AB-3C5BA653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020A-8AB2-4CD5-9F49-B48BDA753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700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C8BB93-DD73-40AF-B608-145096E7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32F00A-00C5-4495-ADC3-965EC2837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77FE4C-B23C-4A75-952E-F91D0671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D629-89F1-4F4F-88E4-BB87881F4CE1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A5C864-859E-4EEF-B923-702EF554D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DADCB-B791-478B-AE32-8951FE51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020A-8AB2-4CD5-9F49-B48BDA753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344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2F6F3-FB61-4CDA-A903-BB5B472C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B0132A-123D-4770-8AEF-EECF944E6B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22FB67-F0AB-4539-A16A-30DA361F0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27687F-71F1-4AA9-84DD-6F9C21C6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D629-89F1-4F4F-88E4-BB87881F4CE1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34F556-DE7A-4926-9DB5-BC0A4684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F4286C-FE57-4717-A1DF-3D5BE2B91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020A-8AB2-4CD5-9F49-B48BDA753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705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2C077-0D6A-4DB2-A2FD-04AC287B7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E77A6B-C8EC-4B67-A142-1630E41BF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1782EE-045C-4F85-9BDF-D0215B673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DF13EB6-7C34-4F99-B00D-B2EE47748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86925D2-E0A2-4279-8E15-97E310A6D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688D6C6-28EF-4EB4-862F-E2EA9078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D629-89F1-4F4F-88E4-BB87881F4CE1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889BA80-576E-478C-9E8C-5A8DB469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9B4C360-FFDA-4DD0-9344-7B51A413C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020A-8AB2-4CD5-9F49-B48BDA753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036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3D8EC-9E0C-4439-8233-A266E66DE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877947-FCA9-4F88-8590-96A145A22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D629-89F1-4F4F-88E4-BB87881F4CE1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B47A4B-FBA6-43F7-BE7A-DBED35B6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B201B2-6B4E-494A-B49F-6EDB481D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020A-8AB2-4CD5-9F49-B48BDA753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62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AD9F7C0-3300-4D67-89A6-DE314320F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D629-89F1-4F4F-88E4-BB87881F4CE1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1C4328-4662-4525-8243-875EAD8D3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B857D8-71D0-4841-88CE-F17E34CC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020A-8AB2-4CD5-9F49-B48BDA753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233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2906-FFA0-4414-B055-06A6C0089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FB41E0-B118-43D8-A07C-DEC22CA80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B091E93-FDB5-4F26-96A4-B4F25D6BF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C22491-3F5B-4BC8-B3B4-74F31273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D629-89F1-4F4F-88E4-BB87881F4CE1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3A9039-66AF-441B-A8C9-DFE99C3F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F3B268-3BA2-4E71-869C-1971BD3FD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020A-8AB2-4CD5-9F49-B48BDA753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380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2CFD1-ED49-4190-9810-D745F1C03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25368F6-0738-4D78-971A-1E5A3B23F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E214E2-60FB-4187-904D-58737FAE4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5805B8-463A-4DE1-A8DE-AE3D22D6D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D629-89F1-4F4F-88E4-BB87881F4CE1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9E8B70-D33F-454D-A6EA-00613F216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385ACD-6D6B-4FD4-8565-273D28195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020A-8AB2-4CD5-9F49-B48BDA753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09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D72B85-E658-4400-BF07-5CE5C74C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029364-23CC-445A-A227-AD45E56AE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AE6733-FE18-4837-8F68-2C13BEC2A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D629-89F1-4F4F-88E4-BB87881F4CE1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2E87B2-2AA6-4C8B-91D2-51D06DDD5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45DA40-9FFA-4C7C-AB16-7A110EB11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020A-8AB2-4CD5-9F49-B48BDA753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962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EA55089-0028-4209-8106-5531FBCF8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EACDF7-F436-40E1-9D5C-1D02DF0AF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2B5750-8E7B-40E6-AF77-6E12439F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D629-89F1-4F4F-88E4-BB87881F4CE1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6472F5-E657-45B0-BAAD-F86290C2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790322-FCB0-403D-BC10-4C7499E18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020A-8AB2-4CD5-9F49-B48BDA753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73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79BC1-BD62-4676-9BB5-25567161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5BF8FE-02CC-4F08-8372-A2F0A99A7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567699-00DC-40BC-A131-6314E8137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1D629-89F1-4F4F-88E4-BB87881F4CE1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51561C-DAE1-4BF5-B143-B85A292B2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B51E73-7C5A-4B41-8E03-DE9DC28460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3020A-8AB2-4CD5-9F49-B48BDA753A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73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287C6-A1E9-4F67-8A85-1A96E697B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Тест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AD25C1-E70C-4977-94FA-34AD60359B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7028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Тест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</dc:title>
  <dc:creator>Georgey Popesku</dc:creator>
  <cp:lastModifiedBy>Georgey Popesku</cp:lastModifiedBy>
  <cp:revision>1</cp:revision>
  <dcterms:created xsi:type="dcterms:W3CDTF">2026-02-26T11:50:27Z</dcterms:created>
  <dcterms:modified xsi:type="dcterms:W3CDTF">2026-02-26T11:50:40Z</dcterms:modified>
</cp:coreProperties>
</file>